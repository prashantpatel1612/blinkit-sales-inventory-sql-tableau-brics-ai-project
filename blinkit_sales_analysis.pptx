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0DD41-BB27-4EE9-AA82-52E5FED3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750C2B-D2A0-E2CD-D519-096C7566B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6F15-F439-BDB6-9686-F792095DF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1FC1B9-4F66-878C-BCA0-D1805D764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A8AE54-60A5-6A3F-E76A-CC498491F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238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D322C-AA04-B6D5-97E6-11356660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3FBDE-D749-0F58-B6C4-0DD46FBC8B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E518F-1A5D-0F7D-1143-D2ED979DE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9D68A-1FA6-464A-62BA-2561126A0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D20FA-666B-A522-53AD-A3E43D58E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780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C9FC5-6A41-BFE3-171A-62D7A336D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4B5E4-8442-EE55-01A1-A3AD1FE6B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2188B-74B6-79C7-EC78-C86188A3C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25DF3-0C3C-F32C-C391-597D5DB31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6812DB-6760-8B42-8EB7-44CBCC06C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AAF21-A197-4D00-10D1-664F5E7AB4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59627-5127-D37E-599C-1EB6D1039F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7CC4A-7F6B-0992-9AA0-46BD4A58D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A99E1-5AE9-F1C7-8333-73DF6A3A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091DB7-8CAD-8C2F-70A0-3819969F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8A0CF-02DA-C264-DF48-AC4777A0E1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28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85ABA-BAEF-30DA-F0E3-2EA218CEB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87104F-BBCA-144C-F7DD-27109985C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F8F54D-E7B0-975D-2E15-6122CA9A9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9A569B-5B5F-C1FB-07B7-0FF0A9F68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131A68-442A-92A2-85BA-6A732A07A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58D153-B8C6-C375-F64D-C9AD96309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F6CDD8-50AB-380E-3ACC-FC3AF8FF0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16BA14-1778-6CC7-F32A-C2FCCB2D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088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3354-E65E-A4BB-2BBD-91645FD40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90B68-5BEA-B9A4-86A2-4C559E538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778A3D-EB86-8E58-AFDE-7CED60BC8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B1B93-1F46-B23C-F0B8-42946C1D0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169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953EB0-76FA-22F9-DA12-76CC69FBF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DB6B5F-D74A-05AB-7D3A-7D5518501C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74924-A274-1642-23B5-CA584EF94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8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901C1-3461-FFCC-3FB3-79AD3718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80736-084B-C136-67F9-D7EFBA92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1FD1DD-A7DC-F62D-7380-8C5522A5F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B38B6-7512-BBAA-9659-85F7F56AD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3F995C-5430-D990-4BAB-527671DD4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951383-E827-9A86-7A9E-B2AEC902A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713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3CB9-B3B8-2E8E-258F-24D75F816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DD5510-7BD2-DC96-7CBE-5970E1D9A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16F195-0A4D-3837-B2F5-BD450509E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D1EC7-A6AA-DB9D-6CC6-AEFD6116D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E952A7-DFF6-EED9-7702-35DD55AC7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B476EE-CC69-9453-F771-FDF7D3597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29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BB14A-8963-5861-69B0-6DFD98A3A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1FB70-FF94-29B6-BC59-A71B9585D8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1314E-8B40-37CB-7DD9-8554C644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C660D-1817-39CF-C65C-9130979FB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EBFE7-3D73-F9EA-741C-03706B44F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37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6B529B-B4A6-0313-1E68-D5F63196C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A77651-F544-6039-3497-F26B1CB19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85B19-5FF2-F307-2B7F-DDFA96A2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905A00-34EE-A1F2-D1E2-96055503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AFAFE1-25AB-A7DB-413A-C5A60E5C8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829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4B35B-A960-0644-77AB-4ADD4B870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24EC4D-3997-D0DF-6B3E-C9DE27381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2E2B-1C55-53DD-45BE-787CB50C0B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31FC00-C61D-46E1-99DA-C18D7423D0EF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64F7F-CB80-192B-B9B3-A044EFE73D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4E0AA-EBE9-F831-0192-4438132CF1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69B997-08B2-42A6-8193-4DB13B5DD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548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860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88077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55281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3029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834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766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3953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25609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559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022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96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0439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3570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5196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prashant patel</dc:creator>
  <cp:lastModifiedBy>prashant patel</cp:lastModifiedBy>
  <cp:revision>1</cp:revision>
  <dcterms:created xsi:type="dcterms:W3CDTF">2025-12-01T14:46:04Z</dcterms:created>
  <dcterms:modified xsi:type="dcterms:W3CDTF">2025-12-01T14:46:46Z</dcterms:modified>
</cp:coreProperties>
</file>